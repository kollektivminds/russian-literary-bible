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BA0427-20A7-4143-ABF9-8F2CE9D388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2D65D7-AF75-434B-A80F-2F0862D2D5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8AF8BB-A26D-4A71-9C23-953B527466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0BAC81F-5764-445C-89EC-B086C4976D5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Revolutionary Gospel: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Orthodox Origins of Russian Socialist Literature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987840"/>
            <a:ext cx="9071640" cy="396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br>
              <a:rPr sz="2000"/>
            </a:b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Aaron M. Thompson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Slavic Languages &amp; Literatures</a:t>
            </a:r>
            <a:br>
              <a:rPr sz="2000"/>
            </a:br>
            <a:br>
              <a:rPr sz="2000"/>
            </a:br>
            <a:br>
              <a:rPr sz="2000"/>
            </a:b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University of Virginia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Charlottesville, VA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April 3, 2025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Plan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Idea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problem to be solved &amp; so what?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Framework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Starting Point (relevance)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Past scholarship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Historical and contemporary sociopolitical issues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Results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Transpositions of Christian tradition scattered throughout MG’s works up until the Revolution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Implications for scholarly views on MG, godbuilding, Italy period, IH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Future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Remaining questions, archival work in Italy again and hopefully Russia somehow someday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Further chapters: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BLUF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216000" indent="0" algn="ctr">
              <a:buNone/>
            </a:pP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Revolutionary Gospel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explains where, when, how, and why Maksim Gor’kii recast Christian texts and traditions to push society toward a spiritual-socialist restructuring.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Idea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Problem &amp; its Significance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RQ: How does MG use Christian culture to convey a pro-revolutionary message to readers?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Concepts &amp; Framework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Transposition: method, reuse of literary element(s) in another narrative to impose consideration of the original’s significance in a new context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Post-Christianity: motive, a worldview that moves beyond Christian hegemony to pluralism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Religious impulse: means, the human instinct to seek communion with something greater than the individual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MG’s argument for revolution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Starting Point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Scholarly Conception of MG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Results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Active Engagement with Christian Heritage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Future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LibreOffice/25.2.1.2$Linux_X86_64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2025-03-29T16:17:50Z</dcterms:created>
  <dc:creator>Aaron Thompson</dc:creator>
  <dc:description/>
  <dc:language>en-US</dc:language>
  <cp:lastModifiedBy>Aaron Thompson</cp:lastModifiedBy>
  <dcterms:modified xsi:type="dcterms:W3CDTF">2025-03-30T11:46:34Z</dcterms:modified>
  <cp:revision>6</cp:revision>
  <dc:subject/>
  <dc:title/>
</cp:coreProperties>
</file>