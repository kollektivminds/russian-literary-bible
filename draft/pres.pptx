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D36E63-F7A2-4925-ABF9-CFE8FE6487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8DC1BE-1CC4-4AE1-A853-52C0AD344C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089646-C2C7-46EB-AA49-C0F082EC83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864B35-CCE8-4110-A854-5399CDBFEE0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i="1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Revolutionary Gospel:</a:t>
            </a:r>
            <a:br>
              <a:rPr sz="3200"/>
            </a:br>
            <a:r>
              <a:rPr b="0" i="1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Orthodox Origins of Russian Socialist Literature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987840"/>
            <a:ext cx="9071640" cy="396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Aaron M. Thompson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Slavic Languages &amp; Literatures</a:t>
            </a:r>
            <a:br>
              <a:rPr sz="2000"/>
            </a:br>
            <a:br>
              <a:rPr sz="2000"/>
            </a:br>
            <a:br>
              <a:rPr sz="2000"/>
            </a:b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University of Virginia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Charlottesville, VA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April 4, 2025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Plan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Idea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problem to be solved &amp; so what?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Framework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Starting Point (relevance)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Past scholarship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Historical and contemporary sociopolitical issues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Results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Transpositions of Christian tradition scattered throughout MG’s works up until the Revolution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DH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Future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Implications for scholarly views on MG, godbuilding, Italy period, IH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Remaining questions, archival work in Italy again and hopefully Russia somehow someday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B.L.U.F.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0" algn="ctr">
              <a:buNone/>
            </a:pPr>
            <a:r>
              <a:rPr b="0" i="1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Revolutionary Gospel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explains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Source Han Sans CN"/>
              </a:rPr>
              <a:t>where, when, why, and how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Maksim Gor’kii (MG)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recasts Christian texts and traditions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 a rhetorical device for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spiritual-socialist revolution in Russia.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Godbuilding definition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Institutional vs material Orthodox culture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 description of chapters to preface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Victory over Charles XII Swedes for Finland or delete?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Nicholas I’s accession not coronation, reverse sentence structure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Sobornost’ in slavophilism, optional tsar?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Take away from Foma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Map of confession wandering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Idea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Problem &amp; its Significance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RQ: How does MG use Christian culture to convey a pro-revolutionary message?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Past research had suggested ad-hoc use of Christianity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Demonstrating a systematic connection has scholarly &amp; cultural implications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Understanding MG’s Argument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Transposition (mechanism)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reuse of recognizable cultural elements implemented to impose juxtaposition of the original and derivative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Biblical elements in critique of contemporary Russia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Post-Christianity (motive)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Worldview of the transition away from Christian hegemony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Spiritual socialism replaces everyday and existential significance of Christianity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Religious impulse (means)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human instinct to seek communion with something greater than the individual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Class and human solidarity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Starting Point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Popular Conception of MG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b. 1868, d. 1936, active 1892-death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Writer known for prose and drama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Helped bankroll Bolshevik revolution, became mythical figurehead in Soviet Union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Identity (as socialist firebrand) heavily intertwined with Soviet a(nti-)theist propaganda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Scholarly Conception of MG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Founder of Socialist Realism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Soviet scholars: viewed MG through eyes of Lenin/Party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Post-Soviet: waning influence through a diversity of perspectives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Current: out of fashion, mostly settled questions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Results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Active Engagement with Christian Heritage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actuality, much to be questioned and answered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Youth spent with grandmother, grandfather, and God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Early career experimenting with syncretic model without much success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1892-1900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Active Engagement with Christian Heritage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Transpositions began to be primary driver of message and structure with Mother (1906-7)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Gospels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Acts of the Apostles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Liturgical traditions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Active Engagement with Christian Heritage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Confession became an existential testament to new gospel (MG’s apocrypha)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Confession genre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Godbearer Among the Torments [Хождение Богородицы по мукам]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Future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Implications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Future Research &amp; Chapters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LibreOffice/25.2.1.2$Linux_X86_64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2025-03-29T16:17:50Z</dcterms:created>
  <dc:creator>Aaron Thompson</dc:creator>
  <dc:description/>
  <dc:language>en-US</dc:language>
  <cp:lastModifiedBy>Aaron Thompson</cp:lastModifiedBy>
  <dcterms:modified xsi:type="dcterms:W3CDTF">2025-04-04T09:26:56Z</dcterms:modified>
  <cp:revision>17</cp:revision>
  <dc:subject/>
  <dc:title/>
</cp:coreProperties>
</file>